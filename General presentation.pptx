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embeddedFontLst>
    <p:embeddedFont>
      <p:font typeface="Roboto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2" d="100"/>
          <a:sy n="102" d="100"/>
        </p:scale>
        <p:origin x="-456" y="22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9141984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c6f73a04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c6f73a04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c6f73a04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c6f73a04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c6f73a04f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c6f73a04f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c6f73a04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c6f73a04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c6f73a04f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c6f73a04f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c6f73a04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c6f73a04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c6f73a04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c6f73a04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c6f73a04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c6f73a04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c6f73a04f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c6f73a04f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0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ctrTitle"/>
          </p:nvPr>
        </p:nvSpPr>
        <p:spPr>
          <a:xfrm>
            <a:off x="390525" y="1131575"/>
            <a:ext cx="8222100" cy="162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Streaming Service Dashboard Data Analysis </a:t>
            </a:r>
            <a:endParaRPr sz="2900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1"/>
          </p:nvPr>
        </p:nvSpPr>
        <p:spPr>
          <a:xfrm>
            <a:off x="5672625" y="3494524"/>
            <a:ext cx="2940000" cy="5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By Yuvraj Bhalerao</a:t>
            </a:r>
            <a:endParaRPr sz="1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</a:t>
            </a:r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1A1C1E"/>
                </a:solidFill>
                <a:latin typeface="Arial"/>
                <a:ea typeface="Arial"/>
                <a:cs typeface="Arial"/>
                <a:sym typeface="Arial"/>
              </a:rPr>
              <a:t> Executive Overview</a:t>
            </a:r>
            <a:endParaRPr b="1">
              <a:solidFill>
                <a:srgbClr val="1A1C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Dashboard for the year 2022,2023,2024 for all quarters indicates a positive growth trajectory.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Business has been grown by 51.54% in year 2023 and 46.9% in 2024. Revenue remains strong due to highest user growth in Tier -2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1A1C1E"/>
                </a:solidFill>
                <a:latin typeface="Arial"/>
                <a:ea typeface="Arial"/>
                <a:cs typeface="Arial"/>
                <a:sym typeface="Arial"/>
              </a:rPr>
              <a:t>Key Performance Indicators (KPIs) </a:t>
            </a:r>
            <a:endParaRPr sz="1800"/>
          </a:p>
        </p:txBody>
      </p:sp>
      <p:sp>
        <p:nvSpPr>
          <p:cNvPr id="80" name="Google Shape;80;p1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Key Performance Indicators (KPIs) :</a:t>
            </a:r>
            <a:endParaRPr sz="1050" b="1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endParaRPr sz="1050" b="1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1A1C1E"/>
              </a:buClr>
              <a:buSzPts val="1100"/>
              <a:buFont typeface="Arial"/>
              <a:buChar char="●"/>
            </a:pPr>
            <a:r>
              <a:rPr lang="en" sz="1050" b="1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Total Subscribers:</a:t>
            </a:r>
            <a:r>
              <a:rPr lang="en" sz="105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1000 (vs. 800 Target)</a:t>
            </a:r>
            <a:endParaRPr sz="105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1A1C1E"/>
              </a:buClr>
              <a:buSzPts val="1100"/>
              <a:buFont typeface="Arial"/>
              <a:buChar char="●"/>
            </a:pPr>
            <a:r>
              <a:rPr lang="en" sz="1050" b="1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Monthly Active Users (MAU):</a:t>
            </a:r>
            <a:r>
              <a:rPr lang="en" sz="105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1000 (100% of total base)</a:t>
            </a:r>
            <a:endParaRPr sz="105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1A1C1E"/>
              </a:buClr>
              <a:buSzPts val="1100"/>
              <a:buFont typeface="Arial"/>
              <a:buChar char="●"/>
            </a:pPr>
            <a:r>
              <a:rPr lang="en" sz="1050" b="1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Average Revenue Per User (ARPU):</a:t>
            </a:r>
            <a:r>
              <a:rPr lang="en" sz="105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Rs.12.03 (Stable)</a:t>
            </a:r>
            <a:endParaRPr sz="105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4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6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A1C1E"/>
                </a:solidFill>
                <a:latin typeface="Arial"/>
                <a:ea typeface="Arial"/>
                <a:cs typeface="Arial"/>
                <a:sym typeface="Arial"/>
              </a:rPr>
              <a:t>Content Performance Analysis</a:t>
            </a:r>
            <a:endParaRPr/>
          </a:p>
        </p:txBody>
      </p:sp>
      <p:sp>
        <p:nvSpPr>
          <p:cNvPr id="87" name="Google Shape;87;p16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1A1C1E"/>
              </a:buClr>
              <a:buSzPts val="1100"/>
              <a:buFont typeface="Arial"/>
              <a:buChar char="●"/>
            </a:pPr>
            <a:r>
              <a:rPr lang="en" sz="1050" b="1" dirty="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Top Genre:</a:t>
            </a:r>
            <a:r>
              <a:rPr lang="en" sz="1050" dirty="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050" i="1" dirty="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Horror</a:t>
            </a:r>
            <a:r>
              <a:rPr lang="en" sz="1050" dirty="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accounts for 16% of total watch time considered all age group, across all regions.</a:t>
            </a:r>
            <a:endParaRPr sz="1050" dirty="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1A1C1E"/>
              </a:buClr>
              <a:buSzPts val="1100"/>
              <a:buFont typeface="Arial"/>
              <a:buChar char="●"/>
            </a:pPr>
            <a:r>
              <a:rPr lang="en" sz="1050" b="1" dirty="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Underperforming:</a:t>
            </a:r>
            <a:r>
              <a:rPr lang="en" sz="1050" dirty="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The "Sci-fi" category has seen a 13% drop in engagement.</a:t>
            </a:r>
            <a:endParaRPr sz="1050" dirty="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1A1C1E"/>
              </a:buClr>
              <a:buSzPts val="1100"/>
              <a:buFont typeface="Arial"/>
              <a:buChar char="●"/>
            </a:pPr>
            <a:r>
              <a:rPr lang="en" sz="1050" b="1" dirty="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Analyst Insight:</a:t>
            </a:r>
            <a:r>
              <a:rPr lang="en" sz="1050" dirty="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Age group wise users are prioritizing different genre, exclusive content.</a:t>
            </a:r>
            <a:endParaRPr sz="1050" dirty="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4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88" name="Google Shape;8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1603" y="975350"/>
            <a:ext cx="5286375" cy="303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3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xx%</a:t>
            </a:r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body" idx="1"/>
          </p:nvPr>
        </p:nvSpPr>
        <p:spPr>
          <a:xfrm>
            <a:off x="475500" y="3659225"/>
            <a:ext cx="82221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1A1C1E"/>
              </a:buClr>
              <a:buSzPts val="1100"/>
              <a:buFont typeface="Arial"/>
              <a:buChar char="●"/>
            </a:pPr>
            <a:r>
              <a:rPr lang="en" sz="1050" b="1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Mobile Usage:</a:t>
            </a:r>
            <a:r>
              <a:rPr lang="en" sz="105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Increased to 22% of total streams (Optimization required).</a:t>
            </a:r>
            <a:endParaRPr sz="105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1A1C1E"/>
              </a:buClr>
              <a:buSzPts val="1100"/>
              <a:buFont typeface="Arial"/>
              <a:buChar char="●"/>
            </a:pPr>
            <a:r>
              <a:rPr lang="en" sz="1050" b="1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Regional Growth:</a:t>
            </a:r>
            <a:r>
              <a:rPr lang="en" sz="105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Asia is saturated; EUROPE region shows highest growth velocity (+18%).</a:t>
            </a:r>
            <a:endParaRPr sz="105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14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95" name="Google Shape;9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4050" y="-12"/>
            <a:ext cx="5095875" cy="3381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Diamond plan subscribers book major growth compared to other plan. Silver plan register lowest growth in last 3 years</a:t>
            </a:r>
            <a:endParaRPr sz="105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8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 Asian region Debit card usage for payment purpose is high as compared to other region also oceania region user preferred method to pay money is ‘Cryptocurrency’.</a:t>
            </a:r>
            <a:endParaRPr sz="105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" name="Google Shape;102;p18" descr="Black and white image of ladder handles coming out of the water onto a floating dock"/>
          <p:cNvPicPr preferRelativeResize="0"/>
          <p:nvPr/>
        </p:nvPicPr>
        <p:blipFill rotWithShape="1">
          <a:blip r:embed="rId3">
            <a:alphaModFix/>
          </a:blip>
          <a:srcRect l="27777" t="2669" r="9107" b="2669"/>
          <a:stretch/>
        </p:blipFill>
        <p:spPr>
          <a:xfrm>
            <a:off x="5355300" y="1069050"/>
            <a:ext cx="3005395" cy="3005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1069050"/>
            <a:ext cx="4499050" cy="3514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9"/>
          <p:cNvSpPr txBox="1">
            <a:spLocks noGrp="1"/>
          </p:cNvSpPr>
          <p:nvPr>
            <p:ph type="title" idx="4294967295"/>
          </p:nvPr>
        </p:nvSpPr>
        <p:spPr>
          <a:xfrm>
            <a:off x="773700" y="1116875"/>
            <a:ext cx="7596600" cy="130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Diamond plan subscribers book major growth compared to other plan. Silver plan register lowest growth in last 3 years</a:t>
            </a:r>
            <a:endParaRPr sz="180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cxnSp>
        <p:nvCxnSpPr>
          <p:cNvPr id="109" name="Google Shape;109;p19"/>
          <p:cNvCxnSpPr/>
          <p:nvPr/>
        </p:nvCxnSpPr>
        <p:spPr>
          <a:xfrm>
            <a:off x="4295550" y="2693400"/>
            <a:ext cx="5529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7930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Strategic Recommendations</a:t>
            </a:r>
            <a:endParaRPr sz="1050" b="1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endParaRPr sz="1050" b="1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1A1C1E"/>
              </a:buClr>
              <a:buSzPts val="1100"/>
              <a:buFont typeface="Arial"/>
              <a:buAutoNum type="arabicPeriod"/>
            </a:pPr>
            <a:r>
              <a:rPr lang="en" sz="1050" b="1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Combat Churn:</a:t>
            </a:r>
            <a:r>
              <a:rPr lang="en" sz="105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Implement a "Pause Subscription" feature instead of full cancellation for price-sensitive users.</a:t>
            </a:r>
            <a:endParaRPr sz="105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1A1C1E"/>
              </a:buClr>
              <a:buSzPts val="1100"/>
              <a:buFont typeface="Arial"/>
              <a:buAutoNum type="arabicPeriod"/>
            </a:pPr>
            <a:r>
              <a:rPr lang="en" sz="1050" b="1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Content Investment:</a:t>
            </a:r>
            <a:r>
              <a:rPr lang="en" sz="105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Reallocate budget from licensing " Series" to producing 2 more Horror originals. As overall movies watch time and trend line has been dropped in 2024 as compared to previous year</a:t>
            </a:r>
            <a:endParaRPr sz="105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1A1C1E"/>
              </a:buClr>
              <a:buSzPts val="1100"/>
              <a:buFont typeface="Arial"/>
              <a:buAutoNum type="arabicPeriod"/>
            </a:pPr>
            <a:r>
              <a:rPr lang="en" sz="1050" b="1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Mobile Experience:</a:t>
            </a:r>
            <a:r>
              <a:rPr lang="en" sz="1050">
                <a:solidFill>
                  <a:srgbClr val="1A1C1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Investigate app buffering reports in the Asia region to sustain growth momentum.</a:t>
            </a:r>
            <a:endParaRPr sz="1050">
              <a:solidFill>
                <a:srgbClr val="1A1C1E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endParaRPr sz="4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1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Thanks!</a:t>
            </a:r>
            <a:endParaRPr sz="3000"/>
          </a:p>
        </p:txBody>
      </p:sp>
      <p:pic>
        <p:nvPicPr>
          <p:cNvPr id="121" name="Google Shape;121;p21" descr="Black and white upward shot of Golden Gate Bridge"/>
          <p:cNvPicPr preferRelativeResize="0"/>
          <p:nvPr/>
        </p:nvPicPr>
        <p:blipFill rotWithShape="1">
          <a:blip r:embed="rId3">
            <a:alphaModFix/>
          </a:blip>
          <a:srcRect l="19071" t="9" r="4853"/>
          <a:stretch/>
        </p:blipFill>
        <p:spPr>
          <a:xfrm>
            <a:off x="3274676" y="0"/>
            <a:ext cx="5869325" cy="51435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333</Words>
  <Application>Microsoft Office PowerPoint</Application>
  <PresentationFormat>On-screen Show (16:9)</PresentationFormat>
  <Paragraphs>28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Roboto</vt:lpstr>
      <vt:lpstr>Material</vt:lpstr>
      <vt:lpstr>Streaming Service Dashboard Data Analysis  </vt:lpstr>
      <vt:lpstr>Intro</vt:lpstr>
      <vt:lpstr>Key Performance Indicators (KPIs) </vt:lpstr>
      <vt:lpstr>Content Performance Analysis</vt:lpstr>
      <vt:lpstr>xx%</vt:lpstr>
      <vt:lpstr>Diamond plan subscribers book major growth compared to other plan. Silver plan register lowest growth in last 3 years </vt:lpstr>
      <vt:lpstr>Diamond plan subscribers book major growth compared to other plan. Silver plan register lowest growth in last 3 years </vt:lpstr>
      <vt:lpstr>Strategic Recommendations   Combat Churn: Implement a "Pause Subscription" feature instead of full cancellation for price-sensitive users. Content Investment: Reallocate budget from licensing " Series" to producing 2 more Horror originals. As overall movies watch time and trend line has been dropped in 2024 as compared to previous year Mobile Experience: Investigate app buffering reports in the Asia region to sustain growth momentum. </vt:lpstr>
      <vt:lpstr>Thanks!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Streaming Service Dashboard Data Analysis  </dc:title>
  <cp:lastModifiedBy>Yuvraaj</cp:lastModifiedBy>
  <cp:revision>1</cp:revision>
  <dcterms:modified xsi:type="dcterms:W3CDTF">2025-11-30T07:26:47Z</dcterms:modified>
</cp:coreProperties>
</file>